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Canva Sans" charset="1" panose="020B0503030501040103"/>
      <p:regular r:id="rId35"/>
    </p:embeddedFont>
    <p:embeddedFont>
      <p:font typeface="HK Grotesk Bold" charset="1" panose="000008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4.xml" Type="http://schemas.openxmlformats.org/officeDocument/2006/relationships/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gif" Type="http://schemas.openxmlformats.org/officeDocument/2006/relationships/image"/><Relationship Id="rId3" Target="../media/image31.gif" Type="http://schemas.openxmlformats.org/officeDocument/2006/relationships/image"/><Relationship Id="rId4" Target="../media/image32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882"/>
            <a:ext cx="18288000" cy="10184130"/>
          </a:xfrm>
          <a:custGeom>
            <a:avLst/>
            <a:gdLst/>
            <a:ahLst/>
            <a:cxnLst/>
            <a:rect r="r" b="b" t="t" l="l"/>
            <a:pathLst>
              <a:path h="10184130" w="18288000">
                <a:moveTo>
                  <a:pt x="0" y="0"/>
                </a:moveTo>
                <a:lnTo>
                  <a:pt x="18288000" y="0"/>
                </a:lnTo>
                <a:lnTo>
                  <a:pt x="18288000" y="10184130"/>
                </a:lnTo>
                <a:lnTo>
                  <a:pt x="0" y="1018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296400" y="3308223"/>
          <a:ext cx="7191375" cy="6172200"/>
        </p:xfrm>
        <a:graphic>
          <a:graphicData uri="http://schemas.openxmlformats.org/drawingml/2006/table">
            <a:tbl>
              <a:tblPr/>
              <a:tblGrid>
                <a:gridCol w="1030213"/>
                <a:gridCol w="6161162"/>
              </a:tblGrid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Detailed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Trend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Discussion of Findings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Implications and Recommendations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u="none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Conclusion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2" action="ppaction://hlinksldjump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C4C73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2" action="ppaction://hlinksldjump"/>
                        </a:rPr>
                        <a:t>Q&amp;A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" r="0" b="-16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490802" y="935609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49952"/>
            <a:ext cx="18288000" cy="7780136"/>
          </a:xfrm>
          <a:custGeom>
            <a:avLst/>
            <a:gdLst/>
            <a:ahLst/>
            <a:cxnLst/>
            <a:rect r="r" b="b" t="t" l="l"/>
            <a:pathLst>
              <a:path h="7780136" w="18288000">
                <a:moveTo>
                  <a:pt x="0" y="0"/>
                </a:moveTo>
                <a:lnTo>
                  <a:pt x="18288000" y="0"/>
                </a:lnTo>
                <a:lnTo>
                  <a:pt x="18288000" y="7780136"/>
                </a:lnTo>
                <a:lnTo>
                  <a:pt x="0" y="7780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0"/>
            <a:ext cx="694089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HC Dashboard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90802" y="935609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740296" cy="978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0296" cy="978916"/>
            </a:xfrm>
            <a:custGeom>
              <a:avLst/>
              <a:gdLst/>
              <a:ahLst/>
              <a:cxnLst/>
              <a:rect r="r" b="b" t="t" l="l"/>
              <a:pathLst>
                <a:path h="978916" w="1740296">
                  <a:moveTo>
                    <a:pt x="0" y="0"/>
                  </a:moveTo>
                  <a:lnTo>
                    <a:pt x="1740296" y="0"/>
                  </a:lnTo>
                  <a:lnTo>
                    <a:pt x="1740296" y="978916"/>
                  </a:lnTo>
                  <a:lnTo>
                    <a:pt x="0" y="978916"/>
                  </a:lnTo>
                  <a:close/>
                </a:path>
              </a:pathLst>
            </a:custGeom>
            <a:blipFill>
              <a:blip r:embed="rId2"/>
              <a:stretch>
                <a:fillRect l="-55" t="0" r="-5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490802" y="935609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1285"/>
          </a:xfrm>
          <a:custGeom>
            <a:avLst/>
            <a:gdLst/>
            <a:ahLst/>
            <a:cxnLst/>
            <a:rect r="r" b="b" t="t" l="l"/>
            <a:pathLst>
              <a:path h="10281285" w="18288000">
                <a:moveTo>
                  <a:pt x="0" y="0"/>
                </a:moveTo>
                <a:lnTo>
                  <a:pt x="18288000" y="0"/>
                </a:lnTo>
                <a:lnTo>
                  <a:pt x="18288000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3" r="-859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3561" y="1214437"/>
            <a:ext cx="16940878" cy="8785608"/>
            <a:chOff x="0" y="0"/>
            <a:chExt cx="22587837" cy="1171414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422" r="0" b="1422"/>
            <a:stretch>
              <a:fillRect/>
            </a:stretch>
          </p:blipFill>
          <p:spPr>
            <a:xfrm flipH="false" flipV="false">
              <a:off x="0" y="0"/>
              <a:ext cx="22587837" cy="11714144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0" y="119062"/>
            <a:ext cx="688657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CASE(FIR)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79" t="0" r="-5079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9497" y="1475171"/>
            <a:ext cx="16789006" cy="8328921"/>
          </a:xfrm>
          <a:custGeom>
            <a:avLst/>
            <a:gdLst/>
            <a:ahLst/>
            <a:cxnLst/>
            <a:rect r="r" b="b" t="t" l="l"/>
            <a:pathLst>
              <a:path h="8328921" w="16789006">
                <a:moveTo>
                  <a:pt x="0" y="0"/>
                </a:moveTo>
                <a:lnTo>
                  <a:pt x="16789006" y="0"/>
                </a:lnTo>
                <a:lnTo>
                  <a:pt x="16789006" y="8328921"/>
                </a:lnTo>
                <a:lnTo>
                  <a:pt x="0" y="8328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91" r="0" b="-91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19062"/>
            <a:ext cx="91440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ARREST AGAINST FIR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5720"/>
            <a:ext cx="18288000" cy="10195560"/>
          </a:xfrm>
          <a:custGeom>
            <a:avLst/>
            <a:gdLst/>
            <a:ahLst/>
            <a:cxnLst/>
            <a:rect r="r" b="b" t="t" l="l"/>
            <a:pathLst>
              <a:path h="10195560" w="18288000">
                <a:moveTo>
                  <a:pt x="0" y="0"/>
                </a:moveTo>
                <a:lnTo>
                  <a:pt x="18288000" y="0"/>
                </a:lnTo>
                <a:lnTo>
                  <a:pt x="18288000" y="10195560"/>
                </a:lnTo>
                <a:lnTo>
                  <a:pt x="0" y="10195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553" y="1475171"/>
            <a:ext cx="16896894" cy="8382444"/>
          </a:xfrm>
          <a:custGeom>
            <a:avLst/>
            <a:gdLst/>
            <a:ahLst/>
            <a:cxnLst/>
            <a:rect r="r" b="b" t="t" l="l"/>
            <a:pathLst>
              <a:path h="8382444" w="16896894">
                <a:moveTo>
                  <a:pt x="0" y="0"/>
                </a:moveTo>
                <a:lnTo>
                  <a:pt x="16896894" y="0"/>
                </a:lnTo>
                <a:lnTo>
                  <a:pt x="16896894" y="8382443"/>
                </a:lnTo>
                <a:lnTo>
                  <a:pt x="0" y="8382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29" r="0" b="-662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19062"/>
            <a:ext cx="688657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PCR CALL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9112" y="1214438"/>
            <a:ext cx="17249775" cy="8561965"/>
          </a:xfrm>
          <a:custGeom>
            <a:avLst/>
            <a:gdLst/>
            <a:ahLst/>
            <a:cxnLst/>
            <a:rect r="r" b="b" t="t" l="l"/>
            <a:pathLst>
              <a:path h="8561965" w="17249775">
                <a:moveTo>
                  <a:pt x="0" y="0"/>
                </a:moveTo>
                <a:lnTo>
                  <a:pt x="17249776" y="0"/>
                </a:lnTo>
                <a:lnTo>
                  <a:pt x="17249776" y="8561964"/>
                </a:lnTo>
                <a:lnTo>
                  <a:pt x="0" y="8561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7" t="0" r="-2177" b="-1812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19062"/>
            <a:ext cx="688657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MISSING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350" y="1529672"/>
            <a:ext cx="17259300" cy="8182706"/>
          </a:xfrm>
          <a:custGeom>
            <a:avLst/>
            <a:gdLst/>
            <a:ahLst/>
            <a:cxnLst/>
            <a:rect r="r" b="b" t="t" l="l"/>
            <a:pathLst>
              <a:path h="8182706" w="17259300">
                <a:moveTo>
                  <a:pt x="0" y="0"/>
                </a:moveTo>
                <a:lnTo>
                  <a:pt x="17259300" y="0"/>
                </a:lnTo>
                <a:lnTo>
                  <a:pt x="17259300" y="8182706"/>
                </a:lnTo>
                <a:lnTo>
                  <a:pt x="0" y="8182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" t="0" r="-27" b="-185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19062"/>
            <a:ext cx="688657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UIDB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3457" y="1095375"/>
            <a:ext cx="15541087" cy="8732148"/>
          </a:xfrm>
          <a:custGeom>
            <a:avLst/>
            <a:gdLst/>
            <a:ahLst/>
            <a:cxnLst/>
            <a:rect r="r" b="b" t="t" l="l"/>
            <a:pathLst>
              <a:path h="8732148" w="15541087">
                <a:moveTo>
                  <a:pt x="0" y="0"/>
                </a:moveTo>
                <a:lnTo>
                  <a:pt x="15541086" y="0"/>
                </a:lnTo>
                <a:lnTo>
                  <a:pt x="15541086" y="8732148"/>
                </a:lnTo>
                <a:lnTo>
                  <a:pt x="0" y="8732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0"/>
            <a:ext cx="693003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DCP CONSOLE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05821" y="935609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98171" cy="10281285"/>
          </a:xfrm>
          <a:custGeom>
            <a:avLst/>
            <a:gdLst/>
            <a:ahLst/>
            <a:cxnLst/>
            <a:rect r="r" b="b" t="t" l="l"/>
            <a:pathLst>
              <a:path h="10281285" w="18298171">
                <a:moveTo>
                  <a:pt x="0" y="0"/>
                </a:moveTo>
                <a:lnTo>
                  <a:pt x="18298171" y="0"/>
                </a:lnTo>
                <a:lnTo>
                  <a:pt x="18298171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98171" cy="10281285"/>
          </a:xfrm>
          <a:custGeom>
            <a:avLst/>
            <a:gdLst/>
            <a:ahLst/>
            <a:cxnLst/>
            <a:rect r="r" b="b" t="t" l="l"/>
            <a:pathLst>
              <a:path h="10281285" w="18298171">
                <a:moveTo>
                  <a:pt x="0" y="0"/>
                </a:moveTo>
                <a:lnTo>
                  <a:pt x="18298171" y="0"/>
                </a:lnTo>
                <a:lnTo>
                  <a:pt x="18298171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71" y="0"/>
            <a:ext cx="18308343" cy="10287000"/>
          </a:xfrm>
          <a:custGeom>
            <a:avLst/>
            <a:gdLst/>
            <a:ahLst/>
            <a:cxnLst/>
            <a:rect r="r" b="b" t="t" l="l"/>
            <a:pathLst>
              <a:path h="10287000" w="18308343">
                <a:moveTo>
                  <a:pt x="0" y="0"/>
                </a:moveTo>
                <a:lnTo>
                  <a:pt x="18308342" y="0"/>
                </a:lnTo>
                <a:lnTo>
                  <a:pt x="183083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0"/>
            <a:ext cx="18298171" cy="10281285"/>
          </a:xfrm>
          <a:custGeom>
            <a:avLst/>
            <a:gdLst/>
            <a:ahLst/>
            <a:cxnLst/>
            <a:rect r="r" b="b" t="t" l="l"/>
            <a:pathLst>
              <a:path h="10281285" w="18298171">
                <a:moveTo>
                  <a:pt x="0" y="0"/>
                </a:moveTo>
                <a:lnTo>
                  <a:pt x="18298171" y="0"/>
                </a:lnTo>
                <a:lnTo>
                  <a:pt x="18298171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49" y="0"/>
            <a:ext cx="18267703" cy="10287000"/>
          </a:xfrm>
          <a:custGeom>
            <a:avLst/>
            <a:gdLst/>
            <a:ahLst/>
            <a:cxnLst/>
            <a:rect r="r" b="b" t="t" l="l"/>
            <a:pathLst>
              <a:path h="10287000" w="18267703">
                <a:moveTo>
                  <a:pt x="0" y="0"/>
                </a:moveTo>
                <a:lnTo>
                  <a:pt x="18267702" y="0"/>
                </a:lnTo>
                <a:lnTo>
                  <a:pt x="182677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42079" y="3696981"/>
            <a:ext cx="8408288" cy="6253611"/>
          </a:xfrm>
          <a:custGeom>
            <a:avLst/>
            <a:gdLst/>
            <a:ahLst/>
            <a:cxnLst/>
            <a:rect r="r" b="b" t="t" l="l"/>
            <a:pathLst>
              <a:path h="6253611" w="8408288">
                <a:moveTo>
                  <a:pt x="0" y="0"/>
                </a:moveTo>
                <a:lnTo>
                  <a:pt x="8408287" y="0"/>
                </a:lnTo>
                <a:lnTo>
                  <a:pt x="8408287" y="6253612"/>
                </a:lnTo>
                <a:lnTo>
                  <a:pt x="0" y="625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95375"/>
            <a:ext cx="15884118" cy="8924889"/>
          </a:xfrm>
          <a:custGeom>
            <a:avLst/>
            <a:gdLst/>
            <a:ahLst/>
            <a:cxnLst/>
            <a:rect r="r" b="b" t="t" l="l"/>
            <a:pathLst>
              <a:path h="8924889" w="15884118">
                <a:moveTo>
                  <a:pt x="0" y="0"/>
                </a:moveTo>
                <a:lnTo>
                  <a:pt x="15884118" y="0"/>
                </a:lnTo>
                <a:lnTo>
                  <a:pt x="15884118" y="8924889"/>
                </a:lnTo>
                <a:lnTo>
                  <a:pt x="0" y="8924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03990" y="0"/>
            <a:ext cx="1044993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sz="7200" spc="-215">
                <a:solidFill>
                  <a:srgbClr val="0C4C73"/>
                </a:solidFill>
                <a:latin typeface="Canva Sans"/>
                <a:ea typeface="Canva Sans"/>
                <a:cs typeface="Canva Sans"/>
                <a:sym typeface="Canva Sans"/>
              </a:rPr>
              <a:t>HQ RESEARCH CELL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000871" y="3917813"/>
            <a:ext cx="12286259" cy="175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8"/>
              </a:lnSpc>
            </a:pPr>
            <a:r>
              <a:rPr lang="en-US" b="true" sz="12343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DAHRa5HeYIo</dc:identifier>
  <dcterms:modified xsi:type="dcterms:W3CDTF">2011-08-01T06:04:30Z</dcterms:modified>
  <cp:revision>1</cp:revision>
  <dc:title>PRISM </dc:title>
</cp:coreProperties>
</file>